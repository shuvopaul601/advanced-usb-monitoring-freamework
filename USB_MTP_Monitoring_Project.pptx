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0"/>
            <a:ext cx="2103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914400"/>
            <a:ext cx="36576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286000"/>
            <a:ext cx="137160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3200400"/>
            <a:ext cx="2103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0" y="914400"/>
            <a:ext cx="36576" cy="2286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4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82296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USB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Endpoint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Framework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USB &amp; MTP Device Detection | File Activity Tracking | Audit Reporting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206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36192" y="42062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6192" y="4206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98064" y="42062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4206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59936" y="42062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4206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21808" y="420624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42062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Endpoint Security  |  Windows Platform  |  Python GUI Application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>
            <a:off x="282879" y="2585318"/>
            <a:ext cx="39338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 smtClean="0">
                <a:solidFill>
                  <a:schemeClr val="accent5"/>
                </a:solidFill>
              </a:rPr>
              <a:t>Document Type: Technical Project Documentation </a:t>
            </a:r>
          </a:p>
          <a:p>
            <a:r>
              <a:rPr lang="en-US" sz="1000" i="1" dirty="0" smtClean="0">
                <a:solidFill>
                  <a:schemeClr val="accent5"/>
                </a:solidFill>
              </a:rPr>
              <a:t>Author: </a:t>
            </a:r>
            <a:r>
              <a:rPr lang="en-US" sz="1000" i="1" dirty="0" err="1" smtClean="0">
                <a:solidFill>
                  <a:schemeClr val="accent5"/>
                </a:solidFill>
              </a:rPr>
              <a:t>Shuvo</a:t>
            </a:r>
            <a:r>
              <a:rPr lang="en-US" sz="1000" i="1" dirty="0" smtClean="0">
                <a:solidFill>
                  <a:schemeClr val="accent5"/>
                </a:solidFill>
              </a:rPr>
              <a:t> Paul(UMID18112570874) (</a:t>
            </a:r>
            <a:r>
              <a:rPr lang="en-US" sz="1000" i="1" dirty="0" err="1" smtClean="0">
                <a:solidFill>
                  <a:schemeClr val="accent5"/>
                </a:solidFill>
              </a:rPr>
              <a:t>Cybersecurity</a:t>
            </a:r>
            <a:r>
              <a:rPr lang="en-US" sz="1000" i="1" dirty="0" smtClean="0">
                <a:solidFill>
                  <a:schemeClr val="accent5"/>
                </a:solidFill>
              </a:rPr>
              <a:t> Intern) </a:t>
            </a:r>
          </a:p>
          <a:p>
            <a:r>
              <a:rPr lang="en-US" sz="1000" i="1" dirty="0" smtClean="0">
                <a:solidFill>
                  <a:schemeClr val="accent5"/>
                </a:solidFill>
              </a:rPr>
              <a:t>Project Category: </a:t>
            </a:r>
            <a:r>
              <a:rPr lang="en-US" sz="1000" i="1" dirty="0" err="1" smtClean="0">
                <a:solidFill>
                  <a:schemeClr val="accent5"/>
                </a:solidFill>
              </a:rPr>
              <a:t>Cybersecurity</a:t>
            </a:r>
            <a:r>
              <a:rPr lang="en-US" sz="1000" i="1" dirty="0" smtClean="0">
                <a:solidFill>
                  <a:schemeClr val="accent5"/>
                </a:solidFill>
              </a:rPr>
              <a:t> / Endpoint Protection / Blue Team </a:t>
            </a:r>
          </a:p>
          <a:p>
            <a:r>
              <a:rPr lang="en-US" sz="1000" i="1" dirty="0" smtClean="0">
                <a:solidFill>
                  <a:schemeClr val="accent5"/>
                </a:solidFill>
              </a:rPr>
              <a:t>Framework: </a:t>
            </a:r>
            <a:r>
              <a:rPr lang="en-US" sz="1000" i="1" dirty="0" err="1" smtClean="0">
                <a:solidFill>
                  <a:schemeClr val="accent5"/>
                </a:solidFill>
              </a:rPr>
              <a:t>Advacnce</a:t>
            </a:r>
            <a:r>
              <a:rPr lang="en-US" sz="1000" i="1" dirty="0" smtClean="0">
                <a:solidFill>
                  <a:schemeClr val="accent5"/>
                </a:solidFill>
              </a:rPr>
              <a:t> </a:t>
            </a:r>
            <a:r>
              <a:rPr lang="en-US" sz="1000" i="1" dirty="0" err="1" smtClean="0">
                <a:solidFill>
                  <a:schemeClr val="accent5"/>
                </a:solidFill>
              </a:rPr>
              <a:t>Usb</a:t>
            </a:r>
            <a:r>
              <a:rPr lang="en-US" sz="1000" i="1" dirty="0" smtClean="0">
                <a:solidFill>
                  <a:schemeClr val="accent5"/>
                </a:solidFill>
              </a:rPr>
              <a:t> </a:t>
            </a:r>
            <a:r>
              <a:rPr lang="en-US" sz="1000" i="1" smtClean="0">
                <a:solidFill>
                  <a:schemeClr val="accent5"/>
                </a:solidFill>
              </a:rPr>
              <a:t>Endpoint Framework</a:t>
            </a:r>
            <a:endParaRPr lang="en-US" sz="1000" i="1" dirty="0" smtClean="0">
              <a:solidFill>
                <a:schemeClr val="accent5"/>
              </a:solidFill>
            </a:endParaRPr>
          </a:p>
          <a:p>
            <a:r>
              <a:rPr lang="en-US" sz="1000" i="1" dirty="0" smtClean="0">
                <a:solidFill>
                  <a:schemeClr val="accent5"/>
                </a:solidFill>
              </a:rPr>
              <a:t>Date: February 28, 2026 </a:t>
            </a:r>
          </a:p>
          <a:p>
            <a:r>
              <a:rPr lang="en-US" sz="1000" i="1" dirty="0" smtClean="0">
                <a:solidFill>
                  <a:schemeClr val="accent5"/>
                </a:solidFill>
              </a:rPr>
              <a:t>Classification: Academic / Internal Use </a:t>
            </a:r>
            <a:endParaRPr lang="en-US" sz="1000" i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endpoint monitoring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74320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USB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USB flash drive or external HDD can be silently plugged in to copy sensitive files without a trace.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74320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3444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MTP Devices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connect via MTP and never get a drive letter — making them invisible to standard OS monitoring tools.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234440"/>
            <a:ext cx="274320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3444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Data Exfiltration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copied to/from external devices leave no native Windows audit trail, enabling insider threats to go unnoticed.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160520"/>
            <a:ext cx="86868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project solves all three by providing a unified real-time monitoring dashboard with audit trail generation.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USB &amp; Mobile Endpoint Monitoring Framework  —  a Python desktop security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40480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Windows desktop application that monitors all external device connections and file-transfer activity.
Built entirely in Python using Tkinter, it runs silent background threads that continuously poll the system using WMIC (Windows Management Instrumentation) commands.
It presents everything through a clean tabbed GUI and generates timestamped audit reports for compliance and forensic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97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USB Mass Storage Monitoring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Drive, VID:PID, Serial, Timestamp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4297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847088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892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MTP Mobile Device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1671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brands: Samsung, Apple, Xiaomi...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51176"/>
            <a:ext cx="4297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551176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96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Activity (DLP Engine)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8712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Rename, Delete, Modified tracking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255264"/>
            <a:ext cx="4297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255264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300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Report Generation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5753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.txt reports saved to disk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959352"/>
            <a:ext cx="42976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959352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005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Allow / Block list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42793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Device-level access control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design with a Tkinter GUI frontend and WMIC-powered 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143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AdvancedEndpointMonitor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Application Class)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usb_loop()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828800"/>
            <a:ext cx="0" cy="32004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14884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mtp_loop()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0" cy="32004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148840"/>
            <a:ext cx="25603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148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file_activity_loop()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828800"/>
            <a:ext cx="0" cy="32004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25603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logicaldisk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(USB drives)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743200"/>
            <a:ext cx="0" cy="27432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00400" y="3017520"/>
            <a:ext cx="25603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Win32_PnPEntity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(MTP devices)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743200"/>
            <a:ext cx="0" cy="27432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0" y="3017520"/>
            <a:ext cx="256032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os.walk / os.stat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 snapshots)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2743200"/>
            <a:ext cx="0" cy="274320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82880" y="38404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Devices Tab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38404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(MTP) Tab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0" y="38404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Activity Tab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0" y="38404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Tab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384048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840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" y="42976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GUI (Tkinter Notebook — 5 Tabs)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USB Device Monitoring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USB Mass Storage devices using Windows WMIC — logs drive letter, VID/PID, serial &amp; timestamp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via WMIC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usb_loop() runs every 2 seconds using subprocess.check_output() to query wmic logicaldisk for removable drives (DriveType = 2).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548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drive set against prev_drives to detect newly inserted or removed drives.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548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ID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wmic diskdrive to extract the VID (Vendor ID) and PID (Product ID) from the PNPDeviceID string, plus the device serial number.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548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Treeview Display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displayed in a ttk.Treeview table with columns: Drive, VID:PID, Serial, Status (CONNECTED/REMOVED),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297680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Devices Table Preview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508760"/>
            <a:ext cx="429768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VID:PID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60920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874520"/>
            <a:ext cx="4297680" cy="320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0781:5588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4C530001...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092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09:12:44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212848"/>
            <a:ext cx="429768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212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2212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058F:6387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80760" y="22128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07AA4B9C...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60920" y="2212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66760" y="2212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09:18:02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2551176"/>
            <a:ext cx="4297680" cy="320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5511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25511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0781:5588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551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4C530001...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60920" y="25511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66760" y="25511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09:45:11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3200400"/>
            <a:ext cx="42976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246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logicaldisk get caption, drivetype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diskdrive where "InterfaceType='USB'" get PNPDeviceID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Mobile (MTP) Device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smartphones &amp; tablets that connect via Media Transfer Protocol — invisible to standard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MTP is Hard to Monitor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USB drives, MTP devices do NOT get a Windows drive letter (D:, E:, etc.). They communicate through WPD (Windows Portable Device) protocols, bypassing standard disk monitoring entirely.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queries Win32_PnPEntity via WMIC and compares device names against a curated keyword list of 22+ mobile brands.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Brands: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3075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 •  Apple  •  Xiaomi  •  POCO  •  Google  •  OnePlus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Vivo  •  OPPO  •  Realme  •  iQOO  •  Nothing  •  Honor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  •  Infinix  •  ASUS  •  Sony  •  Huawei  •  Motorola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  •  HMD (Nokia)  •  MTP (generic)  •  Android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206240" cy="3566160"/>
          </a:xfrm>
          <a:prstGeom prst="rect">
            <a:avLst/>
          </a:prstGeom>
          <a:solidFill>
            <a:srgbClr val="E8F4FD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636776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mtp_loop() polls every 3 seconds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28616" y="1984248"/>
            <a:ext cx="0" cy="192024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54880" y="221284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WMIC queries all Win32_PnPEntity with USB DeviceID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28616" y="2560320"/>
            <a:ext cx="0" cy="192024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2788920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27523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name is checked against MTP_KEYWORDS list (22 brands)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28616" y="3136392"/>
            <a:ext cx="0" cy="192024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54880" y="336499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3328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devices added to Listbox; removals logged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28616" y="3712464"/>
            <a:ext cx="0" cy="192024"/>
          </a:xfrm>
          <a:prstGeom prst="line">
            <a:avLst/>
          </a:prstGeom>
          <a:noFill/>
          <a:ln w="19050">
            <a:solidFill>
              <a:srgbClr val="1565C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754880" y="3941064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written to the Logs tab in real time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File Activity &amp; DLP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Prevention — detects file copies, renames, deletes between system and external devices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SYSTEM → USB COPY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when a file's size+mtime metadata appears on the USB that didn't exist before — indicating a copy from the PC to the device.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USB → SYSTEM COPY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new system snapshots with old USB snapshots — if metadata matches, a file was copied from the USB to the PC.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2062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4206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MODIFIED (USB)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461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exists in both old and new USB snapshot but its size or mtime changed — the file was modified on the drive.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2062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94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88920"/>
            <a:ext cx="42062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RENAMED / DELETED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old metadata matches new metadata at a different path, it's a rename. Files that vanish entirely are marked DELETED.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Snapshot mechanism: os.walk() + os.stat() captures {filepath: (size, mtime)} for Desktop, Downloads, Documents &amp; all USB drives every 3 seconds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Logs &amp; Audit Report Generation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events are logged in real time and exportable as a formatted, timestamped audit text 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Audit_Report_2025-06-01_10-32-15.txt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AUDIT REPORT - 2025-06-01 10:32:15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--- 1. USB DEVICE HISTORY ---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  VID:PID   Serial           Status    Time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     0781:5588 4C530001...  CONNECTED  09:12:44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7614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E:     0781:5588 4C530001...  REMOVED    09:45:11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29443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--- 2. CONNECTED MTP DEVICES ---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3310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samsung galaxy s23 ultra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4930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36758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--- 3. FILE ACTIVITY LOG ---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858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SYSTEM→USB COPY    confidential.pdf   E: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RENAMED (USB)      file.doc → f2.doc  E: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2245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4074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--- 4. RAW SYSTEM LOGS ---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5902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[09:12:44] USB INSERTED → E: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7731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[09:14:02] SYSTEM→USB COPY → ...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09728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161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Custom Report Directory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'Set Report Directory' to choose where audit files are saved using a native folder picker dialog.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96596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Timestamped Filenames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is saved as Audit_Report_YYYY-MM-DD_HH-MM-SS.txt — no overwrites, full chronological history.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3464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898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Four Sections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contains: (1) USB History, (2) MTP Devices, (3) File Activity, and (4) Raw system log.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70332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703320"/>
            <a:ext cx="6400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Forensic &amp; Compliance Use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designed for easy reading by security analysts, auditors, and incident response teams.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Python's standard library — no external dependencies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design. Class-based architecture with AdvancedEndpointMonitor as the main controller.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/ ttk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(tabs), Treeview tables, Listbox, Text widget, Buttons, Scrollbar — all native widgets.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4206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95728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8529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daemon threads run usb_loop, mtp_loop, and file_activity_loop concurrently without blocking the UI.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4206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95728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/ WMIC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Querying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5292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subprocess.check_output() calls wmic to query Win32_PnPEntity and logicaldisk for device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94176"/>
            <a:ext cx="4206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94176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85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datetime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86000" y="3785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Time Utils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513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os.walk(), os.stat(), os.path — for file snapshots. datetime for timestamped log entries and report names.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694176"/>
            <a:ext cx="420624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694176"/>
            <a:ext cx="64008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856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filedialog / messagebox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3785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User Input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41513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OS folder picker for report directory, and popup dialogs for errors and confirmations.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" cy="50703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USB &amp; MTP detection with 3-thread concurrency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46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28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DLP: copy, rename, delete, modify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5856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report with 4 complete sections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706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70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752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22+ mobile device brands via keyword detection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826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Python standard library — zero extra dependencies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822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2344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Email / SMS alert when blocked device connects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746504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7465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Active USB blocking (deny write to unapproved drives)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258568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22585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log sync for centralized enterprise monitoring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770632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27706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SQLite database backend instead of in-memory state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282696"/>
            <a:ext cx="41148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2826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Cross-platform support for Linux &amp; macOS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practical, lightweight, real-time endpoint security tool — built end-to-end in Python."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1353</Words>
  <Application>Microsoft Office PowerPoint</Application>
  <PresentationFormat>On-screen Show (16:9)</PresentationFormat>
  <Paragraphs>210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USB &amp; Mobile Endpoint Monitoring Framework</dc:title>
  <dc:subject>PptxGenJS Presentation</dc:subject>
  <dc:creator>Student Project</dc:creator>
  <cp:lastModifiedBy>SHUVO PAUL</cp:lastModifiedBy>
  <cp:revision>6</cp:revision>
  <dcterms:created xsi:type="dcterms:W3CDTF">2026-03-17T03:11:26Z</dcterms:created>
  <dcterms:modified xsi:type="dcterms:W3CDTF">2026-03-17T06:00:07Z</dcterms:modified>
</cp:coreProperties>
</file>